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329404" y="3429000"/>
            <a:ext cx="7399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/>
              <a:t>Sustainable Precision Farming Using AI and IoT Sensors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A0364A30-B551-D603-B919-F4D71132B02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9809" y="952261"/>
            <a:ext cx="11270294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Concept of Precision Farming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 the principles of precision agriculture and its role in modern farming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the Role of Artificial Intelligence (AI) in Agriculture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how AI technologies such as machine learning and computer vision enhance decision-making in crop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the Application of IoT Sensors in Smart Farming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 how IoT devices collect and transmit real-time data related to soil moisture, temperature, humidity, and crop health.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Assess the Impact on Environmental Sustainability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how precision farming practices reduce resource wastage, conserve water, and minimize environmental pollution.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Data Analytics for Sustainable Farm Management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 how AI-driven data analytics can optimize irrigation, fertilizer use, and pest control for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sustainable yields.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472717" y="962525"/>
            <a:ext cx="1000277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r>
              <a:rPr lang="en-IN" sz="2000" b="1" dirty="0">
                <a:solidFill>
                  <a:srgbClr val="213163"/>
                </a:solidFill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A6ABFE-75A8-BE99-D779-1550F1F5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5041"/>
            <a:ext cx="12192001" cy="877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used </a:t>
            </a:r>
            <a:r>
              <a:rPr lang="en-US" alt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Sensors: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Soil Moisture, pH, Temperature, Humidity, NPK Sensors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Devices: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Drones, IoT Gateways (Arduino, Raspberry Pi), Weather Stations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Protocols: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MQTT, CoAP,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LoRaWAN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ZigBee for data transmission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and ML: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Crop yield prediction, disease detection, and pest analysis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TensorFlow,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OpenCV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Similarly we use cloud computing and data management, and also data will visualization using thing speak ….etc.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43</TotalTime>
  <Words>252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Prashanth Damma</cp:lastModifiedBy>
  <cp:revision>5</cp:revision>
  <dcterms:created xsi:type="dcterms:W3CDTF">2024-12-31T09:40:01Z</dcterms:created>
  <dcterms:modified xsi:type="dcterms:W3CDTF">2025-11-02T06:10:47Z</dcterms:modified>
</cp:coreProperties>
</file>